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85D04"/>
                </a:solidFill>
              </a:defRPr>
            </a:pPr>
            <a:r>
              <a:t>🕉️ KUMBHSETU</a:t>
            </a:r>
          </a:p>
          <a:p>
            <a:pPr>
              <a:spcBef>
                <a:spcPts val="1400"/>
              </a:spcBef>
              <a:defRPr sz="2200" b="1">
                <a:solidFill>
                  <a:srgbClr val="FFFFFF"/>
                </a:solidFill>
              </a:defRPr>
            </a:pPr>
            <a:r>
              <a:t>Next-Gen Smart Governance, Pilgrim Safety &amp; Anti-Extortion Platform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Engineered for Nashik-Trimbakeshwar Simhastha Kumbh Mela 2027 (100M+ Pilgrims)</a:t>
            </a:r>
          </a:p>
          <a:p>
            <a:pPr>
              <a:spcBef>
                <a:spcPts val="2800"/>
              </a:spcBef>
              <a:defRPr sz="1300" b="1">
                <a:solidFill>
                  <a:srgbClr val="0284C7"/>
                </a:solidFill>
              </a:defRPr>
            </a:pPr>
            <a:r>
              <a:t>Unified Tri-App Ecosystem: Yatri Mobile App • KumbhVeer Volunteers • Police &amp; Admin Radar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EXECUTIVE CHALLENGE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Problem: Managing 100M+ Yatris in a Dynamic Mega-Event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5D04"/>
                </a:solidFill>
              </a:defRPr>
            </a:pPr>
            <a:r>
              <a:t>💸 Transit &amp; Market Price Extortion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Unscrupulous auto, taxi, and stall operators charge 3x-5x standard fares, exploiting rural and elderly pilgrims with zero price transparency.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⏳ High-Latency Ground Response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Traditional incident reporting takes 25-45 minutes to reach patrol squads, risking crowd bottlenecks and uncontrolled crowd surges.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📢 Unchecked Rumor &amp; Panic Cascades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Viral unverified claims regarding ghat closures or bridge damage cause dangerous stampede panics before police can clarify.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🧩 Disconnected Stakeholder Silos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Pilgrims, on-ground volunteers (NCC/NSS), and Flying Police Squads operate on disconnected communication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Solution: A Synchronized Tri-Application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5D04"/>
                </a:solidFill>
              </a:defRPr>
            </a:pPr>
            <a:r>
              <a:t>📱 KumbhSetu-Expo</a:t>
            </a:r>
            <a:br/>
            <a:r>
              <a:t>(Pilgrim Super App)</a:t>
            </a:r>
          </a:p>
          <a:p>
            <a:pPr>
              <a:spcBef>
                <a:spcPts val="1400"/>
              </a:spcBef>
              <a:defRPr sz="1200">
                <a:solidFill>
                  <a:srgbClr val="0F172A"/>
                </a:solidFill>
              </a:defRPr>
            </a:pPr>
            <a:r>
              <a:t>• 4 Languages (HI / MR / GU / EN)</a:t>
            </a:r>
            <a:br/>
            <a:r>
              <a:t>• Fare Calculator &amp; RTO Price Caps</a:t>
            </a:r>
            <a:br/>
            <a:r>
              <a:t>• 1-Tap Photo + GPS Complaint Log</a:t>
            </a:r>
            <a:br/>
            <a:r>
              <a:t>• Verified Bazaar &amp; Shahi Snan Timers</a:t>
            </a:r>
            <a:br/>
            <a:r>
              <a:t>• 24x7 Emergency SOS Speed-Dial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🛡️ KumbhVeer</a:t>
            </a:r>
            <a:br/>
            <a:r>
              <a:t>(Volunteer Ground App)</a:t>
            </a:r>
          </a:p>
          <a:p>
            <a:pPr>
              <a:spcBef>
                <a:spcPts val="1400"/>
              </a:spcBef>
              <a:defRPr sz="1200">
                <a:solidFill>
                  <a:srgbClr val="0F172A"/>
                </a:solidFill>
              </a:defRPr>
            </a:pPr>
            <a:r>
              <a:t>• Real-Time Sector Incident Alert</a:t>
            </a:r>
            <a:br/>
            <a:r>
              <a:t>• 3-Stage Severity Tagging (Low/Med/High)</a:t>
            </a:r>
            <a:br/>
            <a:r>
              <a:t>• Field Triage &amp; Merchant Spot-Check</a:t>
            </a:r>
            <a:br/>
            <a:r>
              <a:t>• 1-Tap Google Maps GPS Route</a:t>
            </a:r>
            <a:br/>
            <a:r>
              <a:t>• Direct Pilgrim Phone Connection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4592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🚔 KumbhSetu-Admins</a:t>
            </a:r>
            <a:br/>
            <a:r>
              <a:t>(Police &amp; Collector Center)</a:t>
            </a:r>
          </a:p>
          <a:p>
            <a:pPr>
              <a:spcBef>
                <a:spcPts val="1400"/>
              </a:spcBef>
              <a:defRPr sz="1200">
                <a:solidFill>
                  <a:srgbClr val="0F172A"/>
                </a:solidFill>
              </a:defRPr>
            </a:pPr>
            <a:r>
              <a:t>• Dedicated Police Rapid Radar</a:t>
            </a:r>
            <a:br/>
            <a:r>
              <a:t>• Instant Challan &amp; Fine Enforcement</a:t>
            </a:r>
            <a:br/>
            <a:r>
              <a:t>• Dynamic Route Tariff Management</a:t>
            </a:r>
            <a:br/>
            <a:r>
              <a:t>• Official Rumor Buster Dispatcher</a:t>
            </a:r>
            <a:br/>
            <a:r>
              <a:t>• Desktop (.exe) &amp; Web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ECONOMIC PROTECTION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Anti-Extortion &amp; Dynamic Fare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5D04"/>
                </a:solidFill>
              </a:defRPr>
            </a:pPr>
            <a:r>
              <a:t>📍 Live Route Fare Calculator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Pre-calculated RTO-approved maximum rate for over 50 transit corridors across Nashik Road, CBS, Ramkund, Sadhugram, and Trimbakeshwar.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⚖️ Standard Commodity Price Ceiling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Enforced retail caps for water bottles (₹20), milk, prasad, thali meals, and dharamshala lodging to prevent tourist gouging.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📷 High-Precision Evidence Capture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Yatris upload photos of shop signboards, vehicle license plates, or extortion bills, coupled with automatic GPS coordinates.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🛡️ Instant Case Tracking &amp; Withdrawal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Pilgrims receive an official Case Token ID (KS-RTO-XXXXXX), can monitor verification status live, and delete resolved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FIELD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KumbhVeer: Decentralized Ground Triage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1. Real-Time Geofenced Dispatch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Incident reports filed by pilgrims immediately alert on-duty KumbhVeer volunteers assigned to that specific sector or ghat.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Physical Spot Inspection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Volunteers arrive at the GPS coordinates to inspect the vendor/auto, cross-check photo evidence, and prevent false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5020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3. 3-Tier Severity Calibration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Volunteers calibrate incident severity: 🟢 Low (informal resolve), 🟡 Medium (price check), or 🔴 High (police squad escalation).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3892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 Seamless Hand-off to Flying Squads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High and medium severity tickets are immediately routed into the Tactical Police Radar with full photographic and GPS trails.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LAW ENFORCEMENT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Police Command: Rapid Radar &amp; Legal Enforcement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5D04"/>
                </a:solidFill>
              </a:defRPr>
            </a:pPr>
            <a:r>
              <a:t>🚨 Tactical Live Radar Stream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Displays active escalated high &amp; medium priority incidents across Ramkund, Tapovan, and Kushavarta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📷 Full-Resolution Photo Evidence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150px prominent photo banners with tap-to-expand modal allow officers to inspect violations before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⚖️ Direct Challan &amp; Legal Action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Enforces instant digital challans (₹500 / ₹1,000 / ₹2,000 / ₹5,000), shop license suspensions, or formal warnings.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📍 1-Tap Google Maps GPS Route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Provides flying squads with exact turn-by-turn navigation directly to the offender's location.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PUBLIC SAFETY &amp; CROWD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Rumor Buster: Zero-Panic Anti-Misinformation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Citizen Rumor Submission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Yatris and volunteers submit suspicious messages or viral claims directly through the mobile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Admin Fact-Check Verification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District Administration and Mela Police Control Room investigate and tag the claim as TRUE, FALSE, or UNDER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5020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3. 4-Language Live Broadcast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Official clarification cards with authentic facts are instantly pushed to all 100M+ app users simultaneously.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3892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4. Stampede &amp; Panic Prevention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Eliminates panic cascades surrounding bridge closures, crowd stampedes, or bathing ghat timings within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TECHNICAL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Technology Stack &amp; Offline-First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85D04"/>
                </a:solidFill>
              </a:defRPr>
            </a:pPr>
            <a:r>
              <a:t>📱 Frontend Tier</a:t>
            </a:r>
          </a:p>
          <a:p>
            <a:pPr>
              <a:spcBef>
                <a:spcPts val="1400"/>
              </a:spcBef>
              <a:defRPr sz="1200">
                <a:solidFill>
                  <a:srgbClr val="0F172A"/>
                </a:solidFill>
              </a:defRPr>
            </a:pPr>
            <a:r>
              <a:t>• React Native Expo SDK 57 (React 19)</a:t>
            </a:r>
            <a:br/>
            <a:r>
              <a:t>• TypeScript with strict type-safety</a:t>
            </a:r>
            <a:br/>
            <a:r>
              <a:t>• Multi-lingual i18n localization</a:t>
            </a:r>
            <a:br/>
            <a:r>
              <a:t>• Asynchronous safe storage caching</a:t>
            </a:r>
            <a:br/>
            <a:r>
              <a:t>• Responsive iOS, Android &amp;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☁️ Real-Time Cloud Engine</a:t>
            </a:r>
          </a:p>
          <a:p>
            <a:pPr>
              <a:spcBef>
                <a:spcPts val="1400"/>
              </a:spcBef>
              <a:defRPr sz="1200">
                <a:solidFill>
                  <a:srgbClr val="0F172A"/>
                </a:solidFill>
              </a:defRPr>
            </a:pPr>
            <a:r>
              <a:t>• Supabase PostgreSQL Database</a:t>
            </a:r>
            <a:br/>
            <a:r>
              <a:t>• Sub-second WebSocket Channels</a:t>
            </a:r>
            <a:br/>
            <a:r>
              <a:t>• Dedicated 'kumbh-media' bucket</a:t>
            </a:r>
            <a:br/>
            <a:r>
              <a:t>• Pure JS Base64 binary converter</a:t>
            </a:r>
            <a:br/>
            <a:r>
              <a:t>• Row Level Security (RLS)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4592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🖥️ Command Software</a:t>
            </a:r>
          </a:p>
          <a:p>
            <a:pPr>
              <a:spcBef>
                <a:spcPts val="1400"/>
              </a:spcBef>
              <a:defRPr sz="1200">
                <a:solidFill>
                  <a:srgbClr val="0F172A"/>
                </a:solidFill>
              </a:defRPr>
            </a:pPr>
            <a:r>
              <a:t>• Electron 44 Standalone Windows App</a:t>
            </a:r>
            <a:br/>
            <a:r>
              <a:t>• Automated .exe packaging pipeline</a:t>
            </a:r>
            <a:br/>
            <a:r>
              <a:t>• Role-based DBA provisioning</a:t>
            </a:r>
            <a:br/>
            <a:r>
              <a:t>• Custom HTTP static asset bridge</a:t>
            </a:r>
            <a:br/>
            <a:r>
              <a:t>• Zero-dependency desktop bundle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5D04"/>
                </a:solidFill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Projected Impact &amp; Operational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59669"/>
                </a:solidFill>
              </a:defRPr>
            </a:pPr>
            <a:r>
              <a:t>&lt; 4 Min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Incident Response Time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Reduced from 35+ mins via volunteer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5D04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Price Transparency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Across 50+ transit routes &amp; commodity caps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284C7"/>
                </a:solidFill>
              </a:defRPr>
            </a:pPr>
            <a:r>
              <a:t>100M+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Pilgrim Reach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In Hindi, Marathi, Gujarati &amp; 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0 Panic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Misinformation Containment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Sub-minute rumor clarification broadcast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5D04"/>
                </a:solidFill>
              </a:defRPr>
            </a:pPr>
            <a:r>
              <a:t>KumbhSetu: Ready for Simhastha Kumbh Mela 2027</a:t>
            </a:r>
          </a:p>
          <a:p>
            <a:pPr>
              <a:spcBef>
                <a:spcPts val="1600"/>
              </a:spcBef>
              <a:defRPr sz="2000" b="1">
                <a:solidFill>
                  <a:srgbClr val="FFFFFF"/>
                </a:solidFill>
              </a:defRPr>
            </a:pPr>
            <a:r>
              <a:t>Empowering Pilgrims • Equipping Volunteers • Enabling Authorities</a:t>
            </a:r>
          </a:p>
          <a:p>
            <a:pPr>
              <a:spcBef>
                <a:spcPts val="1600"/>
              </a:spcBef>
              <a:defRPr sz="1300">
                <a:solidFill>
                  <a:srgbClr val="CBD5E1"/>
                </a:solidFill>
              </a:defRPr>
            </a:pPr>
            <a:r>
              <a:t>✅ Cross-Platform Mobile Apps Ready (Android, iOS)</a:t>
            </a:r>
            <a:br/>
            <a:r>
              <a:t>✅ Desktop Command Center Built (Windows .exe Standalone)</a:t>
            </a:r>
            <a:br/>
            <a:r>
              <a:t>✅ Cloud Real-time Backend &amp; Supabase Storage Operational</a:t>
            </a:r>
            <a:br/>
            <a:r>
              <a:t>✅ 4-Language Cultural Localization &amp; SOS Triage Validated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